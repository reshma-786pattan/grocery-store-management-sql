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84" r:id="rId3"/>
    <p:sldId id="258" r:id="rId4"/>
    <p:sldId id="259" r:id="rId5"/>
    <p:sldId id="260" r:id="rId6"/>
    <p:sldId id="262" r:id="rId7"/>
    <p:sldId id="280" r:id="rId8"/>
    <p:sldId id="261" r:id="rId9"/>
    <p:sldId id="263" r:id="rId10"/>
    <p:sldId id="264" r:id="rId11"/>
    <p:sldId id="265" r:id="rId12"/>
    <p:sldId id="274" r:id="rId13"/>
    <p:sldId id="266" r:id="rId14"/>
    <p:sldId id="275" r:id="rId15"/>
    <p:sldId id="267" r:id="rId16"/>
    <p:sldId id="268" r:id="rId17"/>
    <p:sldId id="269" r:id="rId18"/>
    <p:sldId id="282" r:id="rId19"/>
    <p:sldId id="277" r:id="rId20"/>
    <p:sldId id="276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tan Reshma" userId="12701564c5915bed" providerId="LiveId" clId="{E00BF0A9-D1EC-48E3-B845-5E710AA27867}"/>
    <pc:docChg chg="undo custSel addSld delSld modSld sldOrd">
      <pc:chgData name="Pattan Reshma" userId="12701564c5915bed" providerId="LiveId" clId="{E00BF0A9-D1EC-48E3-B845-5E710AA27867}" dt="2026-07-31T17:00:50.593" v="711" actId="14100"/>
      <pc:docMkLst>
        <pc:docMk/>
      </pc:docMkLst>
      <pc:sldChg chg="modSp mod">
        <pc:chgData name="Pattan Reshma" userId="12701564c5915bed" providerId="LiveId" clId="{E00BF0A9-D1EC-48E3-B845-5E710AA27867}" dt="2026-07-31T17:00:50.593" v="711" actId="14100"/>
        <pc:sldMkLst>
          <pc:docMk/>
          <pc:sldMk cId="167567697" sldId="256"/>
        </pc:sldMkLst>
        <pc:picChg chg="mod">
          <ac:chgData name="Pattan Reshma" userId="12701564c5915bed" providerId="LiveId" clId="{E00BF0A9-D1EC-48E3-B845-5E710AA27867}" dt="2026-07-31T17:00:50.593" v="711" actId="14100"/>
          <ac:picMkLst>
            <pc:docMk/>
            <pc:sldMk cId="167567697" sldId="256"/>
            <ac:picMk id="5" creationId="{1AE73CE2-9703-F083-338A-0AE2FC4D9334}"/>
          </ac:picMkLst>
        </pc:picChg>
      </pc:sldChg>
      <pc:sldChg chg="addSp delSp modSp mod ord">
        <pc:chgData name="Pattan Reshma" userId="12701564c5915bed" providerId="LiveId" clId="{E00BF0A9-D1EC-48E3-B845-5E710AA27867}" dt="2026-07-31T17:00:11.879" v="708" actId="14100"/>
        <pc:sldMkLst>
          <pc:docMk/>
          <pc:sldMk cId="2545501703" sldId="261"/>
        </pc:sldMkLst>
        <pc:spChg chg="mod">
          <ac:chgData name="Pattan Reshma" userId="12701564c5915bed" providerId="LiveId" clId="{E00BF0A9-D1EC-48E3-B845-5E710AA27867}" dt="2026-07-31T16:10:49.309" v="391" actId="20577"/>
          <ac:spMkLst>
            <pc:docMk/>
            <pc:sldMk cId="2545501703" sldId="261"/>
            <ac:spMk id="2" creationId="{705D7B2E-B32C-805F-D4F3-90309CB0BD1C}"/>
          </ac:spMkLst>
        </pc:spChg>
        <pc:spChg chg="mod">
          <ac:chgData name="Pattan Reshma" userId="12701564c5915bed" providerId="LiveId" clId="{E00BF0A9-D1EC-48E3-B845-5E710AA27867}" dt="2026-07-31T17:00:04.760" v="706" actId="14100"/>
          <ac:spMkLst>
            <pc:docMk/>
            <pc:sldMk cId="2545501703" sldId="261"/>
            <ac:spMk id="3" creationId="{928BAD21-94C8-75A0-6BA3-766BFEBC98C6}"/>
          </ac:spMkLst>
        </pc:spChg>
        <pc:spChg chg="add del">
          <ac:chgData name="Pattan Reshma" userId="12701564c5915bed" providerId="LiveId" clId="{E00BF0A9-D1EC-48E3-B845-5E710AA27867}" dt="2026-07-31T16:13:40.705" v="406" actId="22"/>
          <ac:spMkLst>
            <pc:docMk/>
            <pc:sldMk cId="2545501703" sldId="261"/>
            <ac:spMk id="7" creationId="{30ABE70E-6E91-2201-F76F-F25A121BA00D}"/>
          </ac:spMkLst>
        </pc:spChg>
        <pc:picChg chg="add mod">
          <ac:chgData name="Pattan Reshma" userId="12701564c5915bed" providerId="LiveId" clId="{E00BF0A9-D1EC-48E3-B845-5E710AA27867}" dt="2026-07-31T17:00:11.879" v="708" actId="14100"/>
          <ac:picMkLst>
            <pc:docMk/>
            <pc:sldMk cId="2545501703" sldId="261"/>
            <ac:picMk id="4" creationId="{FBDD22D0-3BAF-3A99-25A6-4A8CB1139F80}"/>
          </ac:picMkLst>
        </pc:picChg>
        <pc:picChg chg="add del mod">
          <ac:chgData name="Pattan Reshma" userId="12701564c5915bed" providerId="LiveId" clId="{E00BF0A9-D1EC-48E3-B845-5E710AA27867}" dt="2026-07-31T15:19:05.911" v="157" actId="478"/>
          <ac:picMkLst>
            <pc:docMk/>
            <pc:sldMk cId="2545501703" sldId="261"/>
            <ac:picMk id="5" creationId="{2CEF6EB1-7DF9-B6AE-B035-930F8E066220}"/>
          </ac:picMkLst>
        </pc:picChg>
        <pc:picChg chg="add mod">
          <ac:chgData name="Pattan Reshma" userId="12701564c5915bed" providerId="LiveId" clId="{E00BF0A9-D1EC-48E3-B845-5E710AA27867}" dt="2026-07-31T16:19:36.839" v="421" actId="1076"/>
          <ac:picMkLst>
            <pc:docMk/>
            <pc:sldMk cId="2545501703" sldId="261"/>
            <ac:picMk id="9" creationId="{98598716-FA86-645C-C475-5EB50A958023}"/>
          </ac:picMkLst>
        </pc:picChg>
      </pc:sldChg>
      <pc:sldChg chg="addSp modSp new mod">
        <pc:chgData name="Pattan Reshma" userId="12701564c5915bed" providerId="LiveId" clId="{E00BF0A9-D1EC-48E3-B845-5E710AA27867}" dt="2026-07-31T16:23:07.294" v="430" actId="14100"/>
        <pc:sldMkLst>
          <pc:docMk/>
          <pc:sldMk cId="1574581307" sldId="263"/>
        </pc:sldMkLst>
        <pc:spChg chg="add mod">
          <ac:chgData name="Pattan Reshma" userId="12701564c5915bed" providerId="LiveId" clId="{E00BF0A9-D1EC-48E3-B845-5E710AA27867}" dt="2026-07-31T15:18:33.657" v="153" actId="14100"/>
          <ac:spMkLst>
            <pc:docMk/>
            <pc:sldMk cId="1574581307" sldId="263"/>
            <ac:spMk id="3" creationId="{10F08ACA-8BD7-9103-BB9D-BD2644F9013F}"/>
          </ac:spMkLst>
        </pc:spChg>
        <pc:picChg chg="add mod">
          <ac:chgData name="Pattan Reshma" userId="12701564c5915bed" providerId="LiveId" clId="{E00BF0A9-D1EC-48E3-B845-5E710AA27867}" dt="2026-07-31T16:22:55.357" v="428" actId="14100"/>
          <ac:picMkLst>
            <pc:docMk/>
            <pc:sldMk cId="1574581307" sldId="263"/>
            <ac:picMk id="5" creationId="{1D575F29-3F76-C35F-B035-C682F5115FC3}"/>
          </ac:picMkLst>
        </pc:picChg>
        <pc:picChg chg="add mod">
          <ac:chgData name="Pattan Reshma" userId="12701564c5915bed" providerId="LiveId" clId="{E00BF0A9-D1EC-48E3-B845-5E710AA27867}" dt="2026-07-31T16:23:07.294" v="430" actId="14100"/>
          <ac:picMkLst>
            <pc:docMk/>
            <pc:sldMk cId="1574581307" sldId="263"/>
            <ac:picMk id="7" creationId="{E5DCB13F-FD57-BD6E-A0F6-29FDB12F5DCB}"/>
          </ac:picMkLst>
        </pc:picChg>
      </pc:sldChg>
      <pc:sldChg chg="addSp delSp new del mod">
        <pc:chgData name="Pattan Reshma" userId="12701564c5915bed" providerId="LiveId" clId="{E00BF0A9-D1EC-48E3-B845-5E710AA27867}" dt="2026-07-31T15:18:00.319" v="148" actId="47"/>
        <pc:sldMkLst>
          <pc:docMk/>
          <pc:sldMk cId="2499546979" sldId="263"/>
        </pc:sldMkLst>
        <pc:spChg chg="add del">
          <ac:chgData name="Pattan Reshma" userId="12701564c5915bed" providerId="LiveId" clId="{E00BF0A9-D1EC-48E3-B845-5E710AA27867}" dt="2026-07-31T15:17:46.880" v="143" actId="22"/>
          <ac:spMkLst>
            <pc:docMk/>
            <pc:sldMk cId="2499546979" sldId="263"/>
            <ac:spMk id="3" creationId="{4B9E8B06-A093-E979-DF8D-F5DBD3CB1B02}"/>
          </ac:spMkLst>
        </pc:spChg>
      </pc:sldChg>
      <pc:sldChg chg="addSp modSp new mod">
        <pc:chgData name="Pattan Reshma" userId="12701564c5915bed" providerId="LiveId" clId="{E00BF0A9-D1EC-48E3-B845-5E710AA27867}" dt="2026-07-31T16:25:28.610" v="437" actId="14100"/>
        <pc:sldMkLst>
          <pc:docMk/>
          <pc:sldMk cId="799965973" sldId="264"/>
        </pc:sldMkLst>
        <pc:spChg chg="add mod">
          <ac:chgData name="Pattan Reshma" userId="12701564c5915bed" providerId="LiveId" clId="{E00BF0A9-D1EC-48E3-B845-5E710AA27867}" dt="2026-07-31T15:35:32.826" v="245" actId="20577"/>
          <ac:spMkLst>
            <pc:docMk/>
            <pc:sldMk cId="799965973" sldId="264"/>
            <ac:spMk id="3" creationId="{1FA7DEF5-58B7-42D0-981D-976F206E3FBA}"/>
          </ac:spMkLst>
        </pc:spChg>
        <pc:picChg chg="add mod">
          <ac:chgData name="Pattan Reshma" userId="12701564c5915bed" providerId="LiveId" clId="{E00BF0A9-D1EC-48E3-B845-5E710AA27867}" dt="2026-07-31T16:25:28.610" v="437" actId="14100"/>
          <ac:picMkLst>
            <pc:docMk/>
            <pc:sldMk cId="799965973" sldId="264"/>
            <ac:picMk id="5" creationId="{7EA8EBC3-CBEE-FD3C-5459-F8CB6E123FBB}"/>
          </ac:picMkLst>
        </pc:picChg>
        <pc:picChg chg="add mod">
          <ac:chgData name="Pattan Reshma" userId="12701564c5915bed" providerId="LiveId" clId="{E00BF0A9-D1EC-48E3-B845-5E710AA27867}" dt="2026-07-31T16:25:22.308" v="436" actId="14100"/>
          <ac:picMkLst>
            <pc:docMk/>
            <pc:sldMk cId="799965973" sldId="264"/>
            <ac:picMk id="7" creationId="{47D4F84F-32BB-435F-ACD7-FFDDD2E7893C}"/>
          </ac:picMkLst>
        </pc:picChg>
      </pc:sldChg>
      <pc:sldChg chg="new del">
        <pc:chgData name="Pattan Reshma" userId="12701564c5915bed" providerId="LiveId" clId="{E00BF0A9-D1EC-48E3-B845-5E710AA27867}" dt="2026-07-31T15:17:59.533" v="147" actId="47"/>
        <pc:sldMkLst>
          <pc:docMk/>
          <pc:sldMk cId="1460156970" sldId="264"/>
        </pc:sldMkLst>
      </pc:sldChg>
      <pc:sldChg chg="addSp delSp modSp new mod">
        <pc:chgData name="Pattan Reshma" userId="12701564c5915bed" providerId="LiveId" clId="{E00BF0A9-D1EC-48E3-B845-5E710AA27867}" dt="2026-07-31T16:29:56.379" v="474" actId="14100"/>
        <pc:sldMkLst>
          <pc:docMk/>
          <pc:sldMk cId="2173247924" sldId="265"/>
        </pc:sldMkLst>
        <pc:spChg chg="add mod">
          <ac:chgData name="Pattan Reshma" userId="12701564c5915bed" providerId="LiveId" clId="{E00BF0A9-D1EC-48E3-B845-5E710AA27867}" dt="2026-07-31T16:27:06.278" v="454" actId="20577"/>
          <ac:spMkLst>
            <pc:docMk/>
            <pc:sldMk cId="2173247924" sldId="265"/>
            <ac:spMk id="3" creationId="{20CD5C06-F314-D7B2-D7E3-DE1242823CE5}"/>
          </ac:spMkLst>
        </pc:spChg>
        <pc:picChg chg="add mod">
          <ac:chgData name="Pattan Reshma" userId="12701564c5915bed" providerId="LiveId" clId="{E00BF0A9-D1EC-48E3-B845-5E710AA27867}" dt="2026-07-31T16:29:48.640" v="472" actId="14100"/>
          <ac:picMkLst>
            <pc:docMk/>
            <pc:sldMk cId="2173247924" sldId="265"/>
            <ac:picMk id="5" creationId="{8F689E9C-7222-47CD-5683-03761F683476}"/>
          </ac:picMkLst>
        </pc:picChg>
        <pc:picChg chg="add del mod">
          <ac:chgData name="Pattan Reshma" userId="12701564c5915bed" providerId="LiveId" clId="{E00BF0A9-D1EC-48E3-B845-5E710AA27867}" dt="2026-07-31T16:27:02.483" v="453" actId="478"/>
          <ac:picMkLst>
            <pc:docMk/>
            <pc:sldMk cId="2173247924" sldId="265"/>
            <ac:picMk id="7" creationId="{4973F836-AE94-F50A-656B-A9340984BEC3}"/>
          </ac:picMkLst>
        </pc:picChg>
        <pc:picChg chg="add mod">
          <ac:chgData name="Pattan Reshma" userId="12701564c5915bed" providerId="LiveId" clId="{E00BF0A9-D1EC-48E3-B845-5E710AA27867}" dt="2026-07-31T16:29:56.379" v="474" actId="14100"/>
          <ac:picMkLst>
            <pc:docMk/>
            <pc:sldMk cId="2173247924" sldId="265"/>
            <ac:picMk id="9" creationId="{766FB301-3AC8-EC5B-F478-A5E03F75DA20}"/>
          </ac:picMkLst>
        </pc:picChg>
      </pc:sldChg>
      <pc:sldChg chg="new del">
        <pc:chgData name="Pattan Reshma" userId="12701564c5915bed" providerId="LiveId" clId="{E00BF0A9-D1EC-48E3-B845-5E710AA27867}" dt="2026-07-31T15:17:58.765" v="146" actId="47"/>
        <pc:sldMkLst>
          <pc:docMk/>
          <pc:sldMk cId="3178239401" sldId="265"/>
        </pc:sldMkLst>
      </pc:sldChg>
      <pc:sldChg chg="addSp delSp modSp new mod">
        <pc:chgData name="Pattan Reshma" userId="12701564c5915bed" providerId="LiveId" clId="{E00BF0A9-D1EC-48E3-B845-5E710AA27867}" dt="2026-07-31T16:59:25.651" v="702" actId="14100"/>
        <pc:sldMkLst>
          <pc:docMk/>
          <pc:sldMk cId="195846319" sldId="266"/>
        </pc:sldMkLst>
        <pc:spChg chg="add mod">
          <ac:chgData name="Pattan Reshma" userId="12701564c5915bed" providerId="LiveId" clId="{E00BF0A9-D1EC-48E3-B845-5E710AA27867}" dt="2026-07-31T16:43:39.036" v="527" actId="14100"/>
          <ac:spMkLst>
            <pc:docMk/>
            <pc:sldMk cId="195846319" sldId="266"/>
            <ac:spMk id="3" creationId="{EEBB39D3-D25D-E9DB-FD5E-6EB0879497EA}"/>
          </ac:spMkLst>
        </pc:spChg>
        <pc:picChg chg="add del mod">
          <ac:chgData name="Pattan Reshma" userId="12701564c5915bed" providerId="LiveId" clId="{E00BF0A9-D1EC-48E3-B845-5E710AA27867}" dt="2026-07-31T15:43:55.590" v="303" actId="478"/>
          <ac:picMkLst>
            <pc:docMk/>
            <pc:sldMk cId="195846319" sldId="266"/>
            <ac:picMk id="5" creationId="{FBC530CC-516C-6E54-2A45-19EC9E2B76DD}"/>
          </ac:picMkLst>
        </pc:picChg>
        <pc:picChg chg="add del mod">
          <ac:chgData name="Pattan Reshma" userId="12701564c5915bed" providerId="LiveId" clId="{E00BF0A9-D1EC-48E3-B845-5E710AA27867}" dt="2026-07-31T16:32:50.237" v="490" actId="478"/>
          <ac:picMkLst>
            <pc:docMk/>
            <pc:sldMk cId="195846319" sldId="266"/>
            <ac:picMk id="7" creationId="{E0F1AC22-A331-8A1B-9B5A-7BB37D430D54}"/>
          </ac:picMkLst>
        </pc:picChg>
        <pc:picChg chg="add mod">
          <ac:chgData name="Pattan Reshma" userId="12701564c5915bed" providerId="LiveId" clId="{E00BF0A9-D1EC-48E3-B845-5E710AA27867}" dt="2026-07-31T16:59:25.651" v="702" actId="14100"/>
          <ac:picMkLst>
            <pc:docMk/>
            <pc:sldMk cId="195846319" sldId="266"/>
            <ac:picMk id="9" creationId="{13103E11-72D8-69B0-1807-492A808F1F1F}"/>
          </ac:picMkLst>
        </pc:picChg>
        <pc:picChg chg="add mod">
          <ac:chgData name="Pattan Reshma" userId="12701564c5915bed" providerId="LiveId" clId="{E00BF0A9-D1EC-48E3-B845-5E710AA27867}" dt="2026-07-31T16:59:20.366" v="701" actId="14100"/>
          <ac:picMkLst>
            <pc:docMk/>
            <pc:sldMk cId="195846319" sldId="266"/>
            <ac:picMk id="11" creationId="{671793E7-B1B0-59C1-9830-7DF8B6DE8C53}"/>
          </ac:picMkLst>
        </pc:picChg>
      </pc:sldChg>
      <pc:sldChg chg="addSp modSp new mod">
        <pc:chgData name="Pattan Reshma" userId="12701564c5915bed" providerId="LiveId" clId="{E00BF0A9-D1EC-48E3-B845-5E710AA27867}" dt="2026-07-31T16:58:31.040" v="690" actId="14100"/>
        <pc:sldMkLst>
          <pc:docMk/>
          <pc:sldMk cId="1237095413" sldId="267"/>
        </pc:sldMkLst>
        <pc:spChg chg="add mod">
          <ac:chgData name="Pattan Reshma" userId="12701564c5915bed" providerId="LiveId" clId="{E00BF0A9-D1EC-48E3-B845-5E710AA27867}" dt="2026-07-31T15:47:46.767" v="342" actId="14100"/>
          <ac:spMkLst>
            <pc:docMk/>
            <pc:sldMk cId="1237095413" sldId="267"/>
            <ac:spMk id="3" creationId="{E0FAB2C7-BC78-8249-6A34-CAC5D1C891A5}"/>
          </ac:spMkLst>
        </pc:spChg>
        <pc:picChg chg="add mod">
          <ac:chgData name="Pattan Reshma" userId="12701564c5915bed" providerId="LiveId" clId="{E00BF0A9-D1EC-48E3-B845-5E710AA27867}" dt="2026-07-31T16:58:31.040" v="690" actId="14100"/>
          <ac:picMkLst>
            <pc:docMk/>
            <pc:sldMk cId="1237095413" sldId="267"/>
            <ac:picMk id="5" creationId="{D6CFA569-116C-24BD-8515-3195BF640B1E}"/>
          </ac:picMkLst>
        </pc:picChg>
        <pc:picChg chg="add mod">
          <ac:chgData name="Pattan Reshma" userId="12701564c5915bed" providerId="LiveId" clId="{E00BF0A9-D1EC-48E3-B845-5E710AA27867}" dt="2026-07-31T16:39:45.210" v="514" actId="14100"/>
          <ac:picMkLst>
            <pc:docMk/>
            <pc:sldMk cId="1237095413" sldId="267"/>
            <ac:picMk id="7" creationId="{8E149E4C-65C8-F405-4E28-0C6CC480019A}"/>
          </ac:picMkLst>
        </pc:picChg>
      </pc:sldChg>
      <pc:sldChg chg="addSp modSp new mod">
        <pc:chgData name="Pattan Reshma" userId="12701564c5915bed" providerId="LiveId" clId="{E00BF0A9-D1EC-48E3-B845-5E710AA27867}" dt="2026-07-31T16:58:21.179" v="687" actId="14100"/>
        <pc:sldMkLst>
          <pc:docMk/>
          <pc:sldMk cId="814503978" sldId="268"/>
        </pc:sldMkLst>
        <pc:spChg chg="add mod">
          <ac:chgData name="Pattan Reshma" userId="12701564c5915bed" providerId="LiveId" clId="{E00BF0A9-D1EC-48E3-B845-5E710AA27867}" dt="2026-07-31T15:58:19.862" v="355" actId="14100"/>
          <ac:spMkLst>
            <pc:docMk/>
            <pc:sldMk cId="814503978" sldId="268"/>
            <ac:spMk id="3" creationId="{EE16A9E7-CF35-F692-16E5-4909EF19B246}"/>
          </ac:spMkLst>
        </pc:spChg>
        <pc:picChg chg="add mod">
          <ac:chgData name="Pattan Reshma" userId="12701564c5915bed" providerId="LiveId" clId="{E00BF0A9-D1EC-48E3-B845-5E710AA27867}" dt="2026-07-31T16:58:21.179" v="687" actId="14100"/>
          <ac:picMkLst>
            <pc:docMk/>
            <pc:sldMk cId="814503978" sldId="268"/>
            <ac:picMk id="5" creationId="{82ED3A9D-FAF1-1E2C-30B8-87D808D43CF6}"/>
          </ac:picMkLst>
        </pc:picChg>
        <pc:picChg chg="add mod">
          <ac:chgData name="Pattan Reshma" userId="12701564c5915bed" providerId="LiveId" clId="{E00BF0A9-D1EC-48E3-B845-5E710AA27867}" dt="2026-07-31T16:38:12.086" v="507" actId="14100"/>
          <ac:picMkLst>
            <pc:docMk/>
            <pc:sldMk cId="814503978" sldId="268"/>
            <ac:picMk id="7" creationId="{FFD9D4AD-C554-1CA1-FD5E-F6E0C7676F93}"/>
          </ac:picMkLst>
        </pc:picChg>
      </pc:sldChg>
      <pc:sldChg chg="addSp modSp new mod">
        <pc:chgData name="Pattan Reshma" userId="12701564c5915bed" providerId="LiveId" clId="{E00BF0A9-D1EC-48E3-B845-5E710AA27867}" dt="2026-07-31T16:58:05.348" v="686" actId="14100"/>
        <pc:sldMkLst>
          <pc:docMk/>
          <pc:sldMk cId="3099936724" sldId="269"/>
        </pc:sldMkLst>
        <pc:spChg chg="add mod">
          <ac:chgData name="Pattan Reshma" userId="12701564c5915bed" providerId="LiveId" clId="{E00BF0A9-D1EC-48E3-B845-5E710AA27867}" dt="2026-07-31T16:36:00.086" v="496" actId="14100"/>
          <ac:spMkLst>
            <pc:docMk/>
            <pc:sldMk cId="3099936724" sldId="269"/>
            <ac:spMk id="3" creationId="{B05625AF-C63E-E739-53EA-57F8B3EC5793}"/>
          </ac:spMkLst>
        </pc:spChg>
        <pc:picChg chg="add mod">
          <ac:chgData name="Pattan Reshma" userId="12701564c5915bed" providerId="LiveId" clId="{E00BF0A9-D1EC-48E3-B845-5E710AA27867}" dt="2026-07-31T16:58:05.348" v="686" actId="14100"/>
          <ac:picMkLst>
            <pc:docMk/>
            <pc:sldMk cId="3099936724" sldId="269"/>
            <ac:picMk id="5" creationId="{5AA0E0C6-ADD2-FF9A-D86F-33E5ABCA6D13}"/>
          </ac:picMkLst>
        </pc:picChg>
        <pc:picChg chg="add mod">
          <ac:chgData name="Pattan Reshma" userId="12701564c5915bed" providerId="LiveId" clId="{E00BF0A9-D1EC-48E3-B845-5E710AA27867}" dt="2026-07-31T16:37:00.784" v="502" actId="14100"/>
          <ac:picMkLst>
            <pc:docMk/>
            <pc:sldMk cId="3099936724" sldId="269"/>
            <ac:picMk id="7" creationId="{4487FBB5-8022-4F5A-AB47-7E0EE9EF36B8}"/>
          </ac:picMkLst>
        </pc:picChg>
      </pc:sldChg>
      <pc:sldChg chg="new del">
        <pc:chgData name="Pattan Reshma" userId="12701564c5915bed" providerId="LiveId" clId="{E00BF0A9-D1EC-48E3-B845-5E710AA27867}" dt="2026-07-31T16:47:30.621" v="528" actId="47"/>
        <pc:sldMkLst>
          <pc:docMk/>
          <pc:sldMk cId="1968381427" sldId="270"/>
        </pc:sldMkLst>
      </pc:sldChg>
      <pc:sldChg chg="new del">
        <pc:chgData name="Pattan Reshma" userId="12701564c5915bed" providerId="LiveId" clId="{E00BF0A9-D1EC-48E3-B845-5E710AA27867}" dt="2026-07-31T16:47:32.716" v="529" actId="47"/>
        <pc:sldMkLst>
          <pc:docMk/>
          <pc:sldMk cId="781971031" sldId="271"/>
        </pc:sldMkLst>
      </pc:sldChg>
      <pc:sldChg chg="new del">
        <pc:chgData name="Pattan Reshma" userId="12701564c5915bed" providerId="LiveId" clId="{E00BF0A9-D1EC-48E3-B845-5E710AA27867}" dt="2026-07-31T16:47:34.367" v="530" actId="47"/>
        <pc:sldMkLst>
          <pc:docMk/>
          <pc:sldMk cId="19414649" sldId="272"/>
        </pc:sldMkLst>
      </pc:sldChg>
      <pc:sldChg chg="new del">
        <pc:chgData name="Pattan Reshma" userId="12701564c5915bed" providerId="LiveId" clId="{E00BF0A9-D1EC-48E3-B845-5E710AA27867}" dt="2026-07-31T16:47:44.838" v="532" actId="47"/>
        <pc:sldMkLst>
          <pc:docMk/>
          <pc:sldMk cId="3293570835" sldId="273"/>
        </pc:sldMkLst>
      </pc:sldChg>
      <pc:sldChg chg="addSp delSp modSp new mod">
        <pc:chgData name="Pattan Reshma" userId="12701564c5915bed" providerId="LiveId" clId="{E00BF0A9-D1EC-48E3-B845-5E710AA27867}" dt="2026-07-31T16:31:45.635" v="479" actId="14100"/>
        <pc:sldMkLst>
          <pc:docMk/>
          <pc:sldMk cId="2483173717" sldId="274"/>
        </pc:sldMkLst>
        <pc:spChg chg="add del">
          <ac:chgData name="Pattan Reshma" userId="12701564c5915bed" providerId="LiveId" clId="{E00BF0A9-D1EC-48E3-B845-5E710AA27867}" dt="2026-07-31T16:25:59.335" v="440" actId="22"/>
          <ac:spMkLst>
            <pc:docMk/>
            <pc:sldMk cId="2483173717" sldId="274"/>
            <ac:spMk id="3" creationId="{6D2A5C50-9047-177F-6D01-2F565E84AE23}"/>
          </ac:spMkLst>
        </pc:spChg>
        <pc:spChg chg="add mod">
          <ac:chgData name="Pattan Reshma" userId="12701564c5915bed" providerId="LiveId" clId="{E00BF0A9-D1EC-48E3-B845-5E710AA27867}" dt="2026-07-31T16:26:21.479" v="452" actId="20577"/>
          <ac:spMkLst>
            <pc:docMk/>
            <pc:sldMk cId="2483173717" sldId="274"/>
            <ac:spMk id="5" creationId="{EA3C0851-EBE7-71F5-9280-4896D739A996}"/>
          </ac:spMkLst>
        </pc:spChg>
        <pc:picChg chg="add mod">
          <ac:chgData name="Pattan Reshma" userId="12701564c5915bed" providerId="LiveId" clId="{E00BF0A9-D1EC-48E3-B845-5E710AA27867}" dt="2026-07-31T16:31:33.369" v="475" actId="14100"/>
          <ac:picMkLst>
            <pc:docMk/>
            <pc:sldMk cId="2483173717" sldId="274"/>
            <ac:picMk id="7" creationId="{990894C9-34DB-ABDC-D643-5B2F29685A84}"/>
          </ac:picMkLst>
        </pc:picChg>
        <pc:picChg chg="add mod">
          <ac:chgData name="Pattan Reshma" userId="12701564c5915bed" providerId="LiveId" clId="{E00BF0A9-D1EC-48E3-B845-5E710AA27867}" dt="2026-07-31T16:31:45.635" v="479" actId="14100"/>
          <ac:picMkLst>
            <pc:docMk/>
            <pc:sldMk cId="2483173717" sldId="274"/>
            <ac:picMk id="9" creationId="{E5362C7C-00E6-7172-35DA-A3FA5C01C378}"/>
          </ac:picMkLst>
        </pc:picChg>
      </pc:sldChg>
      <pc:sldChg chg="addSp modSp new mod">
        <pc:chgData name="Pattan Reshma" userId="12701564c5915bed" providerId="LiveId" clId="{E00BF0A9-D1EC-48E3-B845-5E710AA27867}" dt="2026-07-31T16:40:51.825" v="520" actId="14100"/>
        <pc:sldMkLst>
          <pc:docMk/>
          <pc:sldMk cId="1432950680" sldId="275"/>
        </pc:sldMkLst>
        <pc:spChg chg="add mod">
          <ac:chgData name="Pattan Reshma" userId="12701564c5915bed" providerId="LiveId" clId="{E00BF0A9-D1EC-48E3-B845-5E710AA27867}" dt="2026-07-31T16:32:29.610" v="486" actId="14100"/>
          <ac:spMkLst>
            <pc:docMk/>
            <pc:sldMk cId="1432950680" sldId="275"/>
            <ac:spMk id="3" creationId="{12AD37E8-7572-B32B-0E1E-20FF027560EE}"/>
          </ac:spMkLst>
        </pc:spChg>
        <pc:picChg chg="add mod">
          <ac:chgData name="Pattan Reshma" userId="12701564c5915bed" providerId="LiveId" clId="{E00BF0A9-D1EC-48E3-B845-5E710AA27867}" dt="2026-07-31T16:39:57.018" v="516" actId="14100"/>
          <ac:picMkLst>
            <pc:docMk/>
            <pc:sldMk cId="1432950680" sldId="275"/>
            <ac:picMk id="5" creationId="{7F3A3656-145A-79F4-3ACC-FC63F13F1732}"/>
          </ac:picMkLst>
        </pc:picChg>
        <pc:picChg chg="add mod">
          <ac:chgData name="Pattan Reshma" userId="12701564c5915bed" providerId="LiveId" clId="{E00BF0A9-D1EC-48E3-B845-5E710AA27867}" dt="2026-07-31T16:40:51.825" v="520" actId="14100"/>
          <ac:picMkLst>
            <pc:docMk/>
            <pc:sldMk cId="1432950680" sldId="275"/>
            <ac:picMk id="7" creationId="{0FD4F85E-8422-9C04-6863-9BCA7BD432D5}"/>
          </ac:picMkLst>
        </pc:picChg>
      </pc:sldChg>
      <pc:sldChg chg="modSp new mod">
        <pc:chgData name="Pattan Reshma" userId="12701564c5915bed" providerId="LiveId" clId="{E00BF0A9-D1EC-48E3-B845-5E710AA27867}" dt="2026-07-31T16:49:27.338" v="583" actId="20577"/>
        <pc:sldMkLst>
          <pc:docMk/>
          <pc:sldMk cId="3307201769" sldId="276"/>
        </pc:sldMkLst>
        <pc:spChg chg="mod">
          <ac:chgData name="Pattan Reshma" userId="12701564c5915bed" providerId="LiveId" clId="{E00BF0A9-D1EC-48E3-B845-5E710AA27867}" dt="2026-07-31T16:47:50.059" v="543" actId="122"/>
          <ac:spMkLst>
            <pc:docMk/>
            <pc:sldMk cId="3307201769" sldId="276"/>
            <ac:spMk id="2" creationId="{3312CCF4-C3F0-909A-0830-4DAFFC1EB369}"/>
          </ac:spMkLst>
        </pc:spChg>
        <pc:spChg chg="mod">
          <ac:chgData name="Pattan Reshma" userId="12701564c5915bed" providerId="LiveId" clId="{E00BF0A9-D1EC-48E3-B845-5E710AA27867}" dt="2026-07-31T16:49:27.338" v="583" actId="20577"/>
          <ac:spMkLst>
            <pc:docMk/>
            <pc:sldMk cId="3307201769" sldId="276"/>
            <ac:spMk id="3" creationId="{64853FEF-FB6E-FC92-CBD3-FABC337D017A}"/>
          </ac:spMkLst>
        </pc:spChg>
      </pc:sldChg>
      <pc:sldChg chg="delSp modSp new mod">
        <pc:chgData name="Pattan Reshma" userId="12701564c5915bed" providerId="LiveId" clId="{E00BF0A9-D1EC-48E3-B845-5E710AA27867}" dt="2026-07-31T16:53:19.106" v="641" actId="123"/>
        <pc:sldMkLst>
          <pc:docMk/>
          <pc:sldMk cId="3235306320" sldId="277"/>
        </pc:sldMkLst>
        <pc:spChg chg="del mod">
          <ac:chgData name="Pattan Reshma" userId="12701564c5915bed" providerId="LiveId" clId="{E00BF0A9-D1EC-48E3-B845-5E710AA27867}" dt="2026-07-31T16:49:55.220" v="598" actId="478"/>
          <ac:spMkLst>
            <pc:docMk/>
            <pc:sldMk cId="3235306320" sldId="277"/>
            <ac:spMk id="2" creationId="{F5CB6CD8-114E-8136-1CA8-CC81C7AB6162}"/>
          </ac:spMkLst>
        </pc:spChg>
        <pc:spChg chg="mod">
          <ac:chgData name="Pattan Reshma" userId="12701564c5915bed" providerId="LiveId" clId="{E00BF0A9-D1EC-48E3-B845-5E710AA27867}" dt="2026-07-31T16:53:19.106" v="641" actId="123"/>
          <ac:spMkLst>
            <pc:docMk/>
            <pc:sldMk cId="3235306320" sldId="277"/>
            <ac:spMk id="3" creationId="{CFE0E13A-41E9-67F6-A11F-877671D9940A}"/>
          </ac:spMkLst>
        </pc:spChg>
      </pc:sldChg>
      <pc:sldChg chg="addSp modSp new mod">
        <pc:chgData name="Pattan Reshma" userId="12701564c5915bed" providerId="LiveId" clId="{E00BF0A9-D1EC-48E3-B845-5E710AA27867}" dt="2026-07-31T16:57:06.981" v="680" actId="207"/>
        <pc:sldMkLst>
          <pc:docMk/>
          <pc:sldMk cId="2464360334" sldId="278"/>
        </pc:sldMkLst>
        <pc:spChg chg="add mod">
          <ac:chgData name="Pattan Reshma" userId="12701564c5915bed" providerId="LiveId" clId="{E00BF0A9-D1EC-48E3-B845-5E710AA27867}" dt="2026-07-31T16:57:06.981" v="680" actId="207"/>
          <ac:spMkLst>
            <pc:docMk/>
            <pc:sldMk cId="2464360334" sldId="278"/>
            <ac:spMk id="3" creationId="{B34BA2F9-7195-8F56-3413-24E53EA80A07}"/>
          </ac:spMkLst>
        </pc:spChg>
        <pc:picChg chg="add mod">
          <ac:chgData name="Pattan Reshma" userId="12701564c5915bed" providerId="LiveId" clId="{E00BF0A9-D1EC-48E3-B845-5E710AA27867}" dt="2026-07-31T16:56:27.185" v="677" actId="1076"/>
          <ac:picMkLst>
            <pc:docMk/>
            <pc:sldMk cId="2464360334" sldId="278"/>
            <ac:picMk id="2" creationId="{CD1C86A4-0134-075D-4C1C-ECE4D470B01E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9-03T06:53:46.78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13140 15398 0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3D7FB-14CD-4B8B-BD5E-4F5FFC2AF25B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669F6-AF74-43EC-BB12-2F76C0A98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736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669F6-AF74-43EC-BB12-2F76C0A9830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828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669F6-AF74-43EC-BB12-2F76C0A9830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580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669F6-AF74-43EC-BB12-2F76C0A98300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744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fld id="{8E8D0DD7-E280-447C-A35E-AA2E2BE96A2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0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0996C5D1-D65C-4FBE-AF65-EBEDD6D9C316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-2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B8AF9-A22E-4E78-9604-A8D8812F51D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1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959F-426A-4132-9A3A-0E19EFFA8CA4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28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71752-F9CC-4F66-988A-19B6AB0D358C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6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8961-C3B9-43FF-96CE-74D1DFA0F03E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7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70FD-3BBF-479F-86B3-DA2EA79E8336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2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7B17C-7555-4116-9E7A-76FE846FBBB9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1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3AA1-2400-44D9-8B0A-84F0500EFAB7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6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9F46D-1F86-4442-831B-2629A9CFB93A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9EA2-56AA-40ED-9DEE-8D49BE9B4231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-2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6AB7CE99-F316-4B29-8632-EDDEEEF3D389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3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E73CE2-9703-F083-338A-0AE2FC4D9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845" y="635789"/>
            <a:ext cx="9457270" cy="5619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7ECBDE-D3FF-5813-6D55-3E7B4FC7CED6}"/>
              </a:ext>
            </a:extLst>
          </p:cNvPr>
          <p:cNvSpPr txBox="1"/>
          <p:nvPr/>
        </p:nvSpPr>
        <p:spPr>
          <a:xfrm>
            <a:off x="2590801" y="3842657"/>
            <a:ext cx="70539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Grocery Store Management</a:t>
            </a:r>
            <a:endParaRPr lang="en-IN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B174D-8B7E-305F-A89F-43A869AE9B2E}"/>
              </a:ext>
            </a:extLst>
          </p:cNvPr>
          <p:cNvSpPr txBox="1"/>
          <p:nvPr/>
        </p:nvSpPr>
        <p:spPr>
          <a:xfrm>
            <a:off x="6553201" y="5048011"/>
            <a:ext cx="30915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sz="2400" b="1" dirty="0"/>
              <a:t>Presented By : </a:t>
            </a:r>
          </a:p>
          <a:p>
            <a:r>
              <a:rPr lang="en-IN" sz="2400" b="1" dirty="0"/>
              <a:t>Pattan Reshma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825293-DFDE-9AAA-7B91-EE49A710C52C}"/>
                  </a:ext>
                </a:extLst>
              </p14:cNvPr>
              <p14:cNvContentPartPr/>
              <p14:nvPr/>
            </p14:nvContentPartPr>
            <p14:xfrm>
              <a:off x="4730400" y="554328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825293-DFDE-9AAA-7B91-EE49A710C5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21040" y="55339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56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37"/>
    </mc:Choice>
    <mc:Fallback xmlns="">
      <p:transition spd="slow" advTm="1093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0BE2BB-C184-82D6-D5C7-1F0CBE06A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831543"/>
              </p:ext>
            </p:extLst>
          </p:nvPr>
        </p:nvGraphicFramePr>
        <p:xfrm>
          <a:off x="2857500" y="457198"/>
          <a:ext cx="6477000" cy="6051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0">
                  <a:extLst>
                    <a:ext uri="{9D8B030D-6E8A-4147-A177-3AD203B41FA5}">
                      <a16:colId xmlns:a16="http://schemas.microsoft.com/office/drawing/2014/main" val="1378294801"/>
                    </a:ext>
                  </a:extLst>
                </a:gridCol>
              </a:tblGrid>
              <a:tr h="60600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AGENDA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093328"/>
                  </a:ext>
                </a:extLst>
              </a:tr>
              <a:tr h="5930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INTRODUCTION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178724"/>
                  </a:ext>
                </a:extLst>
              </a:tr>
              <a:tr h="593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BUSINESS PROBLEM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686558"/>
                  </a:ext>
                </a:extLst>
              </a:tr>
              <a:tr h="593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BUSINESS OBJECTIVE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940024"/>
                  </a:ext>
                </a:extLst>
              </a:tr>
              <a:tr h="593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DATABASE EXPLAINATION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104578"/>
                  </a:ext>
                </a:extLst>
              </a:tr>
              <a:tr h="593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ER DIAGRAM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028856"/>
                  </a:ext>
                </a:extLst>
              </a:tr>
              <a:tr h="593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KEY ANALYSIS QUESTIONS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482294"/>
                  </a:ext>
                </a:extLst>
              </a:tr>
              <a:tr h="5930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KEY INSIGHTS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92014"/>
                  </a:ext>
                </a:extLst>
              </a:tr>
              <a:tr h="593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CHALLENGES AND EXPERIENCE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112896"/>
                  </a:ext>
                </a:extLst>
              </a:tr>
              <a:tr h="5930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431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515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04"/>
    </mc:Choice>
    <mc:Fallback xmlns="">
      <p:transition spd="slow" advTm="1140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8828A-096A-67B1-6392-C74B1E033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865958-16DD-1D76-AD77-1048D3372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75113"/>
            <a:ext cx="9914860" cy="33636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The </a:t>
            </a:r>
            <a:r>
              <a:rPr lang="en-IN" sz="2400" b="1" dirty="0"/>
              <a:t>Grocery Store Management  </a:t>
            </a:r>
            <a:r>
              <a:rPr lang="en-IN" sz="2400" dirty="0"/>
              <a:t>focuses on </a:t>
            </a:r>
            <a:r>
              <a:rPr lang="en-IN" sz="2400" b="1" dirty="0"/>
              <a:t>analysing the sales performance of a grocery store</a:t>
            </a:r>
            <a:r>
              <a:rPr lang="en-IN" sz="2400" dirty="0"/>
              <a:t> by managing data related to customers, products, suppliers, employees, orders, and order details. Using SQL queries, the project generates business insights that help improve sales performance and support better business decisions.</a:t>
            </a:r>
          </a:p>
          <a:p>
            <a:pPr marL="0" indent="0" algn="just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2627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E749-848E-A477-B041-A8141A0E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BUSINESS 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5CBC4-B228-A84C-E0A7-5E7961570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343" y="2068287"/>
            <a:ext cx="9808027" cy="3974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A grocery store generates a large number of sales transactions every day. As the amount of sales data increases, it becomes difficult to manually track customer purchases, identify best-selling products, monitor monthly sales trends, and evaluate employee performance. Without proper analysis, the business cannot make effective decisions to improve sales and profitability.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84509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379"/>
    </mc:Choice>
    <mc:Fallback xmlns="">
      <p:transition spd="slow" advTm="2937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A3C51-9F96-1283-66DA-45A2A6FD6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BUSINESS OBJECTIVE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96245-CA31-A698-7215-DC2056B69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3" y="1730829"/>
            <a:ext cx="9914860" cy="3341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The objective of this project is to </a:t>
            </a:r>
            <a:r>
              <a:rPr lang="en-IN" sz="2800" b="1" dirty="0"/>
              <a:t>analyze the sales performance of the grocery store</a:t>
            </a:r>
            <a:r>
              <a:rPr lang="en-IN" sz="2800" dirty="0"/>
              <a:t> using SQL by identifying customer purchasing behavior, best-selling products, monthly sales trends, supplier contributions, and employee performance to support data-driven business decisions.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8990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36"/>
    </mc:Choice>
    <mc:Fallback xmlns="">
      <p:transition spd="slow" advTm="1873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DE71A3D9-08DF-28B6-2BCD-B28DBBCBB4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8473837"/>
              </p:ext>
            </p:extLst>
          </p:nvPr>
        </p:nvGraphicFramePr>
        <p:xfrm>
          <a:off x="217714" y="905906"/>
          <a:ext cx="11571515" cy="5800045"/>
        </p:xfrm>
        <a:graphic>
          <a:graphicData uri="http://schemas.openxmlformats.org/drawingml/2006/table">
            <a:tbl>
              <a:tblPr/>
              <a:tblGrid>
                <a:gridCol w="2871851">
                  <a:extLst>
                    <a:ext uri="{9D8B030D-6E8A-4147-A177-3AD203B41FA5}">
                      <a16:colId xmlns:a16="http://schemas.microsoft.com/office/drawing/2014/main" val="401265734"/>
                    </a:ext>
                  </a:extLst>
                </a:gridCol>
                <a:gridCol w="8699664">
                  <a:extLst>
                    <a:ext uri="{9D8B030D-6E8A-4147-A177-3AD203B41FA5}">
                      <a16:colId xmlns:a16="http://schemas.microsoft.com/office/drawing/2014/main" val="961050198"/>
                    </a:ext>
                  </a:extLst>
                </a:gridCol>
              </a:tblGrid>
              <a:tr h="610031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73763"/>
                          </a:solidFill>
                          <a:effectLst/>
                          <a:latin typeface="Arial" panose="020B0604020202020204" pitchFamily="34" charset="0"/>
                        </a:rPr>
                        <a:t>Table Name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73763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68716"/>
                  </a:ext>
                </a:extLst>
              </a:tr>
              <a:tr h="69719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supplier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Stores information about the suppliers who provide products.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757071"/>
                  </a:ext>
                </a:extLst>
              </a:tr>
              <a:tr h="69719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categories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Contains the different product categories (e.g., Beverages, Snacks).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217471"/>
                  </a:ext>
                </a:extLst>
              </a:tr>
              <a:tr h="69719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employees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Records employees responsible for handling customer orders.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67443"/>
                  </a:ext>
                </a:extLst>
              </a:tr>
              <a:tr h="61003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customers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Contains customer details who place orders.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566029"/>
                  </a:ext>
                </a:extLst>
              </a:tr>
              <a:tr h="69719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products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Holds product information, including price, supplier, and category.</a:t>
                      </a:r>
                      <a:endParaRPr lang="en-IN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868645"/>
                  </a:ext>
                </a:extLst>
              </a:tr>
              <a:tr h="61003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orders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Logs customer orders handled by employees.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983999"/>
                  </a:ext>
                </a:extLst>
              </a:tr>
              <a:tr h="69719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</a:t>
                      </a: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rder_details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Stores line items for each order, including product quantity and pricing.</a:t>
                      </a:r>
                      <a:endParaRPr lang="en-IN" sz="2400" dirty="0">
                        <a:effectLst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7338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393971B-6A1C-117A-254E-0BD01E9F8AAA}"/>
              </a:ext>
            </a:extLst>
          </p:cNvPr>
          <p:cNvSpPr txBox="1"/>
          <p:nvPr/>
        </p:nvSpPr>
        <p:spPr>
          <a:xfrm>
            <a:off x="217714" y="152049"/>
            <a:ext cx="11571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DATABASE INFORMATION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95653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5DC847-1804-36DE-156C-B8D3FAB23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7DE98A-5887-68EA-595E-D92C714DCC6B}"/>
              </a:ext>
            </a:extLst>
          </p:cNvPr>
          <p:cNvSpPr txBox="1"/>
          <p:nvPr/>
        </p:nvSpPr>
        <p:spPr>
          <a:xfrm>
            <a:off x="8763000" y="1997529"/>
            <a:ext cx="2721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  ER DIAGRAM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73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404"/>
    </mc:Choice>
    <mc:Fallback xmlns="">
      <p:transition spd="slow" advTm="5240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7B2E-B32C-805F-D4F3-90309CB0B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206830"/>
            <a:ext cx="9914859" cy="827312"/>
          </a:xfrm>
        </p:spPr>
        <p:txBody>
          <a:bodyPr/>
          <a:lstStyle/>
          <a:p>
            <a:pPr algn="ctr"/>
            <a:r>
              <a:rPr lang="en-US" dirty="0"/>
              <a:t>KEY ANALYSIS QUESTIONS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45299D-8E77-FE25-50EB-864F438F6632}"/>
              </a:ext>
            </a:extLst>
          </p:cNvPr>
          <p:cNvSpPr txBox="1"/>
          <p:nvPr/>
        </p:nvSpPr>
        <p:spPr>
          <a:xfrm>
            <a:off x="1042737" y="1101824"/>
            <a:ext cx="7568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Which category generated the highest sales revenue?</a:t>
            </a:r>
            <a:endParaRPr lang="en-IN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20376C-C4DF-086F-9329-9F99F81E7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20" y="1923790"/>
            <a:ext cx="9914859" cy="41800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C13D47-7DD2-41D0-F742-F58BE12CB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944" y="3429000"/>
            <a:ext cx="521017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0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87"/>
    </mc:Choice>
    <mc:Fallback xmlns="">
      <p:transition spd="slow" advTm="2128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F08ACA-8BD7-9103-BB9D-BD2644F9013F}"/>
              </a:ext>
            </a:extLst>
          </p:cNvPr>
          <p:cNvSpPr txBox="1"/>
          <p:nvPr/>
        </p:nvSpPr>
        <p:spPr>
          <a:xfrm>
            <a:off x="1045669" y="663318"/>
            <a:ext cx="10330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Which supplier generated the highest sales revenue through its products?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8AE937-5FFA-4A42-DFF1-F1AA018A3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28" y="1227221"/>
            <a:ext cx="8512055" cy="49674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4E7E43-4386-3BB0-877C-5B5F9332A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705" y="2582778"/>
            <a:ext cx="5239466" cy="304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58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50"/>
    </mc:Choice>
    <mc:Fallback xmlns="">
      <p:transition spd="slow" advTm="2595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A7DEF5-58B7-42D0-981D-976F206E3FBA}"/>
              </a:ext>
            </a:extLst>
          </p:cNvPr>
          <p:cNvSpPr txBox="1"/>
          <p:nvPr/>
        </p:nvSpPr>
        <p:spPr>
          <a:xfrm>
            <a:off x="468086" y="500743"/>
            <a:ext cx="113320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Using a CTE, find categories whose sales revenue is above the average category revenue.</a:t>
            </a:r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9616A4-DDA0-5FFD-4D7A-F93516D8C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7" y="1372455"/>
            <a:ext cx="9056914" cy="4524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BF85CE-D0A8-9740-FCB5-198A989CC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614" y="2686049"/>
            <a:ext cx="65913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6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927"/>
    </mc:Choice>
    <mc:Fallback xmlns="">
      <p:transition spd="slow" advTm="2792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CD5C06-F314-D7B2-D7E3-DE1242823CE5}"/>
              </a:ext>
            </a:extLst>
          </p:cNvPr>
          <p:cNvSpPr txBox="1"/>
          <p:nvPr/>
        </p:nvSpPr>
        <p:spPr>
          <a:xfrm>
            <a:off x="368967" y="394559"/>
            <a:ext cx="1124673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Using a CTE, calculate the total sales revenue of each category.</a:t>
            </a:r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C52A15-F669-3666-AF5F-A8C5500B5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7" y="822192"/>
            <a:ext cx="9684847" cy="56992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B6FB48-D34A-CB8C-1724-5ADFBBC88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17" y="2428875"/>
            <a:ext cx="6737684" cy="291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24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06"/>
    </mc:Choice>
    <mc:Fallback xmlns="">
      <p:transition spd="slow" advTm="1720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3C0851-EBE7-71F5-9280-4896D739A996}"/>
              </a:ext>
            </a:extLst>
          </p:cNvPr>
          <p:cNvSpPr txBox="1"/>
          <p:nvPr/>
        </p:nvSpPr>
        <p:spPr>
          <a:xfrm>
            <a:off x="402771" y="446314"/>
            <a:ext cx="1135379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Find the highest-value order.</a:t>
            </a:r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0125A9-C271-65F9-236D-89543F61D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46" y="1106327"/>
            <a:ext cx="10590332" cy="46453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A69422-671B-B9AA-25FE-BF2CA292C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909" y="1796716"/>
            <a:ext cx="5246269" cy="17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17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68"/>
    </mc:Choice>
    <mc:Fallback xmlns="">
      <p:transition spd="slow" advTm="736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BB39D3-D25D-E9DB-FD5E-6EB0879497EA}"/>
              </a:ext>
            </a:extLst>
          </p:cNvPr>
          <p:cNvSpPr txBox="1"/>
          <p:nvPr/>
        </p:nvSpPr>
        <p:spPr>
          <a:xfrm>
            <a:off x="320842" y="302316"/>
            <a:ext cx="1155031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Find the customers who placed the most orders. </a:t>
            </a:r>
          </a:p>
          <a:p>
            <a:endParaRPr lang="en-US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7D508-4D5D-E8B0-0A4A-36AB647A4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79" y="1183106"/>
            <a:ext cx="6673516" cy="44917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F7BF6A-F4DB-4BFD-C92C-C19C9D416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788" y="2390162"/>
            <a:ext cx="5560412" cy="310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6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351"/>
    </mc:Choice>
    <mc:Fallback xmlns="">
      <p:transition spd="slow" advTm="1535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15C385-F240-8694-1F1E-352BE5E09F89}"/>
              </a:ext>
            </a:extLst>
          </p:cNvPr>
          <p:cNvSpPr txBox="1"/>
          <p:nvPr/>
        </p:nvSpPr>
        <p:spPr>
          <a:xfrm>
            <a:off x="581829" y="509787"/>
            <a:ext cx="113417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Calculate the total sales revenue for each month. </a:t>
            </a:r>
          </a:p>
          <a:p>
            <a:endParaRPr lang="en-IN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C254EF-84B4-D0B0-F2DE-0C4A661CA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05" y="930443"/>
            <a:ext cx="10641352" cy="50022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A6EE05-6B86-08F9-CF3A-29A12F233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970" y="2308223"/>
            <a:ext cx="6044936" cy="323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95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87"/>
    </mc:Choice>
    <mc:Fallback xmlns="">
      <p:transition spd="slow" advTm="1468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0538A3E-4BA1-F540-AE92-A8B83F2655E8}"/>
              </a:ext>
            </a:extLst>
          </p:cNvPr>
          <p:cNvSpPr txBox="1"/>
          <p:nvPr/>
        </p:nvSpPr>
        <p:spPr>
          <a:xfrm>
            <a:off x="595175" y="461329"/>
            <a:ext cx="11293643" cy="469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Find the month with the highest number of products sold.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9B7AA8-4FF1-37CD-3B78-6CBB3F3F0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78" y="930442"/>
            <a:ext cx="8454189" cy="55345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CBA37F-3BB8-926D-8260-D0964DF13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179" y="2085474"/>
            <a:ext cx="5855367" cy="345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9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12"/>
    </mc:Choice>
    <mc:Fallback xmlns="">
      <p:transition spd="slow" advTm="1621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2742D7-BF9F-062A-FFF4-996A6A15C492}"/>
              </a:ext>
            </a:extLst>
          </p:cNvPr>
          <p:cNvSpPr txBox="1"/>
          <p:nvPr/>
        </p:nvSpPr>
        <p:spPr>
          <a:xfrm>
            <a:off x="572534" y="428672"/>
            <a:ext cx="115128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Rank employees based on total sales revenue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ED9534-7B84-A481-B395-4D5FEA5C4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60" y="890337"/>
            <a:ext cx="10649317" cy="50773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5EBDFF-F4E9-3E86-8F0A-2E93BA9D8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202" y="2101766"/>
            <a:ext cx="6069682" cy="386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0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3"/>
    </mc:Choice>
    <mc:Fallback xmlns="">
      <p:transition spd="slow" advTm="1215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A2ADDD-D6B5-6600-CC98-73AE19EAD6A7}"/>
              </a:ext>
            </a:extLst>
          </p:cNvPr>
          <p:cNvSpPr txBox="1"/>
          <p:nvPr/>
        </p:nvSpPr>
        <p:spPr>
          <a:xfrm>
            <a:off x="425584" y="729344"/>
            <a:ext cx="109740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Which product has the second highest sales revenue?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1CF127-01AB-F168-47D2-4C386BB86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56" y="1426029"/>
            <a:ext cx="10063844" cy="47026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90D723-6FD6-A422-2B13-8BAA0207A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730" y="3513365"/>
            <a:ext cx="52197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93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05"/>
    </mc:Choice>
    <mc:Fallback xmlns="">
      <p:transition spd="slow" advTm="9605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862299-E338-22F3-C3FB-A332AC92D93D}"/>
              </a:ext>
            </a:extLst>
          </p:cNvPr>
          <p:cNvSpPr txBox="1"/>
          <p:nvPr/>
        </p:nvSpPr>
        <p:spPr>
          <a:xfrm>
            <a:off x="320843" y="1122947"/>
            <a:ext cx="11582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/>
              <a:t>Category Performance</a:t>
            </a:r>
            <a:r>
              <a:rPr lang="en-IN" sz="2400" dirty="0"/>
              <a:t> </a:t>
            </a:r>
          </a:p>
          <a:p>
            <a:pPr lvl="1"/>
            <a:r>
              <a:rPr lang="en-IN" sz="2400" dirty="0"/>
              <a:t>Identified the product categories that generated the highest sales revenue, helping the store understand which categories contribute the most to overall sales. </a:t>
            </a:r>
          </a:p>
          <a:p>
            <a:pPr lvl="0"/>
            <a:r>
              <a:rPr lang="en-IN" sz="2400" b="1" dirty="0"/>
              <a:t>Supplier Contribution</a:t>
            </a:r>
            <a:r>
              <a:rPr lang="en-IN" sz="2400" dirty="0"/>
              <a:t> </a:t>
            </a:r>
          </a:p>
          <a:p>
            <a:pPr lvl="1"/>
            <a:r>
              <a:rPr lang="en-IN" sz="2400" dirty="0"/>
              <a:t>Analysed supplier performance by identifying suppliers whose products generated the highest sales revenue, enabling better supplier evaluation. </a:t>
            </a:r>
          </a:p>
          <a:p>
            <a:pPr lvl="0"/>
            <a:r>
              <a:rPr lang="en-IN" sz="2400" b="1" dirty="0"/>
              <a:t>Customer Purchasing Behavior</a:t>
            </a:r>
            <a:r>
              <a:rPr lang="en-IN" sz="2400" dirty="0"/>
              <a:t> </a:t>
            </a:r>
          </a:p>
          <a:p>
            <a:pPr lvl="1"/>
            <a:r>
              <a:rPr lang="en-IN" sz="2400" dirty="0"/>
              <a:t>Identified customers who placed the highest number of orders, helping the business recognize its most active customers. </a:t>
            </a:r>
          </a:p>
          <a:p>
            <a:pPr lvl="0"/>
            <a:r>
              <a:rPr lang="en-IN" sz="2400" b="1" dirty="0"/>
              <a:t>Monthly Sales Trends</a:t>
            </a:r>
            <a:r>
              <a:rPr lang="en-IN" sz="2400" dirty="0"/>
              <a:t> </a:t>
            </a:r>
          </a:p>
          <a:p>
            <a:pPr lvl="1"/>
            <a:r>
              <a:rPr lang="en-IN" sz="2400" dirty="0"/>
              <a:t>Analysed monthly sales revenue and the number of products sold each month to identify sales patterns and business trends over time. </a:t>
            </a:r>
          </a:p>
          <a:p>
            <a:pPr lvl="0"/>
            <a:r>
              <a:rPr lang="en-IN" sz="2400" b="1" dirty="0"/>
              <a:t>Employee Performance</a:t>
            </a:r>
            <a:r>
              <a:rPr lang="en-IN" sz="2400" dirty="0"/>
              <a:t> </a:t>
            </a:r>
          </a:p>
          <a:p>
            <a:pPr lvl="1"/>
            <a:r>
              <a:rPr lang="en-IN" sz="2400" dirty="0"/>
              <a:t>Ranked employees based on the total sales revenue they processed, helping evaluate employee performance and operational efficiency.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39AB79-BCD3-3E7C-AAA0-FD72939CD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368968"/>
            <a:ext cx="10202248" cy="75397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KEY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66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764"/>
    </mc:Choice>
    <mc:Fallback xmlns="">
      <p:transition spd="slow" advTm="34764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0E13A-41E9-67F6-A11F-877671D99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465221"/>
            <a:ext cx="9914860" cy="60799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900" b="1" dirty="0"/>
              <a:t>Challenges</a:t>
            </a:r>
          </a:p>
          <a:p>
            <a:r>
              <a:rPr lang="en-IN" sz="3600" dirty="0"/>
              <a:t>Resolving date format issues while importing CSV data into MySQL. </a:t>
            </a:r>
          </a:p>
          <a:p>
            <a:r>
              <a:rPr lang="en-IN" sz="3600" dirty="0"/>
              <a:t>Analysing sales data by applying SQL concepts such as joins, CTEs, subqueries, and window functions. </a:t>
            </a:r>
          </a:p>
          <a:p>
            <a:pPr marL="0" indent="0">
              <a:buNone/>
            </a:pPr>
            <a:r>
              <a:rPr lang="en-IN" sz="3900" b="1" dirty="0"/>
              <a:t>Experience</a:t>
            </a:r>
          </a:p>
          <a:p>
            <a:pPr lvl="0"/>
            <a:r>
              <a:rPr lang="en-IN" sz="3600" dirty="0"/>
              <a:t>Gained practical experience in database design and SQL-based sales analysis. </a:t>
            </a:r>
          </a:p>
          <a:p>
            <a:pPr lvl="0"/>
            <a:r>
              <a:rPr lang="en-IN" sz="3600" dirty="0"/>
              <a:t>Improved my ability to solve real-world business problems using data-driven insights.</a:t>
            </a:r>
          </a:p>
          <a:p>
            <a:pPr marL="0" indent="0">
              <a:buNone/>
            </a:pP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23530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765"/>
    </mc:Choice>
    <mc:Fallback xmlns="">
      <p:transition spd="slow" advTm="22765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2CCF4-C3F0-909A-0830-4DAFFC1E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53FEF-FB6E-FC92-CBD3-FABC337D0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sz="3200" dirty="0"/>
              <a:t>This project successfully analyses the sales performance of a grocery store using SQL. By identifying customer purchasing behaviour, best-selling products, monthly sales trends, supplier contributions, and employee performance, the project provides valuable insights that support data-driven business decisions and help improve sales and profitability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720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04"/>
    </mc:Choice>
    <mc:Fallback xmlns="">
      <p:transition spd="slow" advTm="22404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1C86A4-0134-075D-4C1C-ECE4D470B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470" y="2014537"/>
            <a:ext cx="4467225" cy="28289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4BA2F9-7195-8F56-3413-24E53EA80A07}"/>
              </a:ext>
            </a:extLst>
          </p:cNvPr>
          <p:cNvSpPr txBox="1"/>
          <p:nvPr/>
        </p:nvSpPr>
        <p:spPr>
          <a:xfrm>
            <a:off x="1313163" y="1927558"/>
            <a:ext cx="50074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0" b="1" dirty="0">
                <a:solidFill>
                  <a:srgbClr val="FF0000"/>
                </a:solidFill>
              </a:rPr>
              <a:t>THANK</a:t>
            </a:r>
          </a:p>
          <a:p>
            <a:pPr algn="just"/>
            <a:r>
              <a:rPr lang="en-US" sz="8000" b="1" dirty="0">
                <a:solidFill>
                  <a:srgbClr val="FF0000"/>
                </a:solidFill>
              </a:rPr>
              <a:t> YOU</a:t>
            </a:r>
            <a:endParaRPr lang="en-IN" sz="8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36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4"/>
    </mc:Choice>
    <mc:Fallback xmlns="">
      <p:transition spd="slow" advTm="5464"/>
    </mc:Fallback>
  </mc:AlternateContent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1847</TotalTime>
  <Words>607</Words>
  <Application>Microsoft Office PowerPoint</Application>
  <PresentationFormat>Widescreen</PresentationFormat>
  <Paragraphs>116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Nova Light</vt:lpstr>
      <vt:lpstr>Calibri</vt:lpstr>
      <vt:lpstr>Elephant</vt:lpstr>
      <vt:lpstr>ModOverlayVTI</vt:lpstr>
      <vt:lpstr>PowerPoint Presentation</vt:lpstr>
      <vt:lpstr>PowerPoint Presentation</vt:lpstr>
      <vt:lpstr>INTRODUCTION</vt:lpstr>
      <vt:lpstr>BUSINESS PROBLEM</vt:lpstr>
      <vt:lpstr>BUSINESS OBJECTIVE </vt:lpstr>
      <vt:lpstr>PowerPoint Presentation</vt:lpstr>
      <vt:lpstr>PowerPoint Presentation</vt:lpstr>
      <vt:lpstr>KEY ANALYSIS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Pattan Reshma</dc:creator>
  <cp:lastModifiedBy>Pattan Reshma</cp:lastModifiedBy>
  <cp:revision>81</cp:revision>
  <dcterms:created xsi:type="dcterms:W3CDTF">2026-07-31T09:21:49Z</dcterms:created>
  <dcterms:modified xsi:type="dcterms:W3CDTF">2026-09-10T04:29:43Z</dcterms:modified>
</cp:coreProperties>
</file>